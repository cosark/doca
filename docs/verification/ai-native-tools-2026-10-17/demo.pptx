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大家好，今天分享《远程团队协作方案》。本方案面向分布式团队，聚焦如何用轻量工具减少信息差、降低会议成本，并在两周内完成试点验证。封面采用蓝白主色，象征清晰、专业与可执行的协作体验。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这一页描述当前远程协作的真实痛点。重点不是抱怨，而是让听众意识到：仅靠增加会议无法解决问题。我们需要一套更结构化的信息共享机制，让异步沟通也能承载完整上下文。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这一页用表格直观对比两种协作方式。同步会议适合快速共识与情绪同步，但成本高、难以沉淀；共享文档适合结构化信息与异步决策，能减少会议负担。关键是根据场景组合使用，而非二选一。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两周试点不求一步到位，而是用可控范围验证新方法。第一周重点是把关键信息从聊天和会议里抽出来，形成可搜索的文档。第二周通过减少同步会议、收集反馈，找到最适合团队的节奏。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周五复盘，负责人小林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c9f9825d-0a74-4d37-9c24-61706d790a19"/>
          <p:cNvSpPr/>
          <p:nvPr/>
        </p:nvSpPr>
        <p:spPr>
          <a:xfrm>
            <a:off x="1096000" y="2400000"/>
            <a:ext cx="100000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远程团队协作方案</a:t>
            </a:r>
            <a:endParaRPr lang="en-US" sz="6000" dirty="0"/>
          </a:p>
        </p:txBody>
      </p:sp>
      <p:sp>
        <p:nvSpPr>
          <p:cNvPr id="4" name="subtitle-cover"/>
          <p:cNvSpPr/>
          <p:nvPr/>
        </p:nvSpPr>
        <p:spPr>
          <a:xfrm>
            <a:off x="1096000" y="3800000"/>
            <a:ext cx="10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提升分布式团队沟通效率的实践指南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p2"/>
          <p:cNvSpPr/>
          <p:nvPr/>
        </p:nvSpPr>
        <p:spPr>
          <a:xfrm>
            <a:off x="914400" y="800000"/>
            <a:ext cx="10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现状与痛点</a:t>
            </a:r>
            <a:endParaRPr lang="en-US" sz="4000" dirty="0"/>
          </a:p>
        </p:txBody>
      </p:sp>
      <p:sp>
        <p:nvSpPr>
          <p:cNvPr id="4" name="body-p2"/>
          <p:cNvSpPr/>
          <p:nvPr/>
        </p:nvSpPr>
        <p:spPr>
          <a:xfrm>
            <a:off x="914400" y="1800000"/>
            <a:ext cx="10400000" cy="4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团队成员分布多地，时区与工作时间重叠有限，实时沟通窗口变窄。</a:t>
            </a:r>
            <a:endParaRPr lang="en-US" sz="24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信息散落在即时消息、邮件与会议中，关键决策与背景难以追溯。</a:t>
            </a:r>
            <a:endParaRPr lang="en-US" sz="24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同步会议频繁，导致深度工作时间被切割，跨时区同事参与成本高。</a:t>
            </a:r>
            <a:endParaRPr lang="en-US" sz="24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缺乏统一的文档沉淀机制，新人上手与知识复用效率偏低。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p3"/>
          <p:cNvSpPr/>
          <p:nvPr/>
        </p:nvSpPr>
        <p:spPr>
          <a:xfrm>
            <a:off x="914400" y="800000"/>
            <a:ext cx="10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同步会议 vs 共享文档</a:t>
            </a:r>
            <a:endParaRPr lang="en-US" sz="4000" dirty="0"/>
          </a:p>
        </p:txBody>
      </p:sp>
      <p:graphicFrame>
        <p:nvGraphicFramePr>
          <p:cNvPr id="4" name="table-0ffe326b-cde5-406a-9b87-c8822e0eb4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00000"/>
          <a:ext cx="10400000" cy="3600000"/>
        </p:xfrm>
        <a:graphic>
          <a:graphicData uri="http://schemas.openxmlformats.org/drawingml/2006/table">
            <a:tbl>
              <a:tblPr/>
              <a:tblGrid>
                <a:gridCol w="3466667"/>
                <a:gridCol w="3466667"/>
                <a:gridCol w="3466667"/>
              </a:tblGrid>
              <a:tr h="9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同步会议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共享文档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实时性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共享文档优先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中等：评论与异步更新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可追溯性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低：依赖会议纪要与个人记忆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高：历史版本、评论与上下文完整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参与成本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高：需协调多方时间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021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低：成员可灵活参与</a:t>
                      </a:r>
                      <a:endParaRPr lang="en-US" sz="2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DD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p4"/>
          <p:cNvSpPr/>
          <p:nvPr/>
        </p:nvSpPr>
        <p:spPr>
          <a:xfrm>
            <a:off x="914400" y="800000"/>
            <a:ext cx="10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两周试点计划</a:t>
            </a:r>
            <a:endParaRPr lang="en-US" sz="4000" dirty="0"/>
          </a:p>
        </p:txBody>
      </p:sp>
      <p:sp>
        <p:nvSpPr>
          <p:cNvPr id="4" name="body-p4"/>
          <p:cNvSpPr/>
          <p:nvPr/>
        </p:nvSpPr>
        <p:spPr>
          <a:xfrm>
            <a:off x="914400" y="1800000"/>
            <a:ext cx="10400000" cy="4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第一周：建立基础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选定1个核心项目，将会议纪要与决策迁移至共享文档。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为每位成员分配文档维护角色，明确评论与更新规范。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第二周：验证与优化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每日异步站会改为文档更新，减少30分钟以上同步会议。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收集团队反馈，识别阻塞点并调整信息模板与流转路径。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-p5"/>
          <p:cNvSpPr/>
          <p:nvPr/>
        </p:nvSpPr>
        <p:spPr>
          <a:xfrm>
            <a:off x="914400" y="800000"/>
            <a:ext cx="10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下一步与负责人</a:t>
            </a:r>
            <a:endParaRPr lang="en-US" sz="4000" dirty="0"/>
          </a:p>
        </p:txBody>
      </p:sp>
      <p:sp>
        <p:nvSpPr>
          <p:cNvPr id="4" name="body-p5"/>
          <p:cNvSpPr/>
          <p:nvPr/>
        </p:nvSpPr>
        <p:spPr>
          <a:xfrm>
            <a:off x="914400" y="1800000"/>
            <a:ext cx="10400000" cy="4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共享文档覆盖核心项目80%以上的决策与进展记录。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团队反馈中，信息查找时间明显缩短、会议负担可感知下降。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下一步行动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整理试点模板，推广至其他项目组并纳入新人入职流程。</a:t>
            </a:r>
            <a:endParaRPr lang="en-US" sz="2800" dirty="0"/>
          </a:p>
          <a:p>
            <a:pPr algn="l" indent="0" marL="0">
              <a:lnSpc>
                <a:spcPct val="160000"/>
              </a:lnSpc>
              <a:spcAft>
                <a:spcPts val="1600"/>
              </a:spcAft>
              <a:buNone/>
            </a:pPr>
            <a:r>
              <a:rPr lang="en-US" sz="240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每月复盘一次文档质量与协作指标，持续优化协作规范。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远程团队协作方案</dc:title>
  <dc:subject>EPPT presentation</dc:subject>
  <dc:creator>PptxGenJS</dc:creator>
  <cp:lastModifiedBy>PptxGenJS</cp:lastModifiedBy>
  <cp:revision>1</cp:revision>
  <dcterms:created xsi:type="dcterms:W3CDTF">2026-10-17T13:17:18Z</dcterms:created>
  <dcterms:modified xsi:type="dcterms:W3CDTF">2026-10-17T13:17:18Z</dcterms:modified>
</cp:coreProperties>
</file>